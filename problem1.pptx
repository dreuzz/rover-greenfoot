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DEB1BE-CDE7-FCA2-09DB-A56073BE3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F681EDE-A340-91FC-76C4-BA3BB5B59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44C316-44D6-6767-FE49-DD6C44345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7882F-E611-6049-9D56-F921874B029B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3989AE-1346-21DB-49B9-74B642F2B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9EDC1A-6717-E3F0-AEC0-8DFBEE00F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03C7-07ED-304F-8DCE-7AE28E288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9618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B2C82B-8A4E-3510-90DC-FD3B0372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4EA599-C13C-AD63-4888-FA48B7F6A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2D8DB9-B294-2792-1C5E-04030E20F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7882F-E611-6049-9D56-F921874B029B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FBAFD7-73E6-DDF1-4BE8-457C54479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FCBE06-3734-CAF4-8C03-4A715332C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03C7-07ED-304F-8DCE-7AE28E288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970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B189EF-C5C6-21B1-B60E-5E36CB4C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83A5FE-84FC-429F-C46F-FFB186AEF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EBFFAC-EC13-BC43-B5F9-7C7BCB6EF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7882F-E611-6049-9D56-F921874B029B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C4B5FF-D653-CDE2-1065-01B7D4FB4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3D5A9E-C0D4-9654-8A85-30A34B84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03C7-07ED-304F-8DCE-7AE28E288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656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97A58F-439A-A917-9E2E-57CC5705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6FE8F0-BC7C-DE90-CAA4-06DA031C5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6194DA-CBC7-D0D6-E95C-9C86832B4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ABD2DB-2EA1-261C-49D6-E8C8F3A4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7882F-E611-6049-9D56-F921874B029B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E6EEF1-417F-73E3-D105-4D2F4F7E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500FD0-0D65-F980-215B-5B456D691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03C7-07ED-304F-8DCE-7AE28E288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2515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53C604-0945-83C3-B6DC-9DA6EEBBD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2C96ED-DC6C-13B0-FC7A-562C86A98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22DFCF-4014-AFF8-B7A8-3B9FBDE73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73CACA3-803A-D705-527C-10901BDD8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F9C3977-AC78-2033-A819-67A3CCD75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75F6EDF-5B66-2BC3-1EAB-92D846A0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7882F-E611-6049-9D56-F921874B029B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289D453-8679-A143-1007-BAE005B57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085AC48-BDD1-3B8B-EAFD-DBE55B5E7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03C7-07ED-304F-8DCE-7AE28E288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877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C570A2-B640-56D2-6B00-133DFB2BC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FC9DB7-4EA5-82F1-D65F-641EB57AF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7882F-E611-6049-9D56-F921874B029B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07DF3F-1EA7-5293-C871-14E8AFEA9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7F39CD-F1D1-EAE4-4096-7CD4C10F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03C7-07ED-304F-8DCE-7AE28E288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770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8E02934-C10B-9AD7-6FA2-B6219103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7882F-E611-6049-9D56-F921874B029B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1B40827-FD27-BC6D-2F65-35BD52F0F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8EA409-519F-B5C0-2DDB-8E6638F38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03C7-07ED-304F-8DCE-7AE28E288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1444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A3F752-A604-4AB2-12DB-63EB5B2F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9D3A59-D527-E703-97D8-5D4ADC7B4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A5E113-364E-90BF-A98F-742CD7C78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5695E2-14B3-4831-0803-174787174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7882F-E611-6049-9D56-F921874B029B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B1E4F8-19D8-2D46-1E27-CCA8925FC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376CFB-8B8C-E03A-77F0-85E4B5B1A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03C7-07ED-304F-8DCE-7AE28E288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735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8B9FAD-66D4-CD02-1703-9A010CB40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A0D2AAD-D7E9-965D-B641-304B735FD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AF0B31-5B50-5C63-C660-2663F8A29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3A81E1-6819-52CC-5059-96A73004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7882F-E611-6049-9D56-F921874B029B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45C95AD-A030-791F-62C9-93D605E72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62486C-D9EB-89BE-4692-BA47E517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03C7-07ED-304F-8DCE-7AE28E288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774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457672-B288-9E18-E346-D05A9103D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904E845-AB3B-7304-F409-E4451FC44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DF8FF3-3729-F678-AA8A-6EA40DFB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7882F-E611-6049-9D56-F921874B029B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70C2AF-F30F-1AC9-71A2-AA86C5F98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67FE53-3740-AFD6-B232-A877B5E3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03C7-07ED-304F-8DCE-7AE28E288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842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49EF21F-FEA6-590C-B5BD-A2E31400A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83F1D53-DEE2-3E5D-AAC9-D6A950FA4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417428-C570-06E0-E706-25A21BAE7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7882F-E611-6049-9D56-F921874B029B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75AD7D-398E-D8A5-41F9-608565EFE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2A5161-8360-B620-7039-ADF7292F0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F03C7-07ED-304F-8DCE-7AE28E288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018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5BB30DB-8770-AE70-306A-3370FDE82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AB0324-A090-3E6E-91BF-5A3A3B389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16FE35-D943-39AA-5B50-C7405EA57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7882F-E611-6049-9D56-F921874B029B}" type="datetimeFigureOut">
              <a:rPr lang="de-DE" smtClean="0"/>
              <a:t>24.11.2025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AAB7B8-C1BF-E501-5698-75F611A82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1D1A86-B525-1777-603E-2FA475C12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F03C7-07ED-304F-8DCE-7AE28E2885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8331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7C9BF6-6FB9-811A-68CC-5BC3C0F02F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Problem 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30E4D2-6BDA-167C-EDD5-489D474F9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Von Jonathan, </a:t>
            </a:r>
            <a:r>
              <a:rPr lang="de-DE" dirty="0" err="1"/>
              <a:t>Dimitar</a:t>
            </a:r>
            <a:r>
              <a:rPr lang="de-DE" dirty="0"/>
              <a:t> und Hund</a:t>
            </a:r>
          </a:p>
        </p:txBody>
      </p:sp>
    </p:spTree>
    <p:extLst>
      <p:ext uri="{BB962C8B-B14F-4D97-AF65-F5344CB8AC3E}">
        <p14:creationId xmlns:p14="http://schemas.microsoft.com/office/powerpoint/2010/main" val="632311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1F6B5A-0B04-E5EA-84E5-805019E31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145442-DECF-4494-6DFF-FFA36F058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Problem </a:t>
            </a:r>
            <a:r>
              <a:rPr lang="de-DE" dirty="0" err="1"/>
              <a:t>visualiesieren</a:t>
            </a:r>
            <a:endParaRPr lang="de-DE" dirty="0"/>
          </a:p>
          <a:p>
            <a:r>
              <a:rPr lang="de-DE" dirty="0"/>
              <a:t>Teilprobleme identifizieren</a:t>
            </a:r>
          </a:p>
          <a:p>
            <a:r>
              <a:rPr lang="de-DE" dirty="0"/>
              <a:t>Benötigte Methoden, Attribute und Sprachelemente finden</a:t>
            </a:r>
          </a:p>
          <a:p>
            <a:r>
              <a:rPr lang="de-DE" dirty="0" err="1"/>
              <a:t>Struktogramm</a:t>
            </a:r>
            <a:endParaRPr lang="de-DE" dirty="0"/>
          </a:p>
          <a:p>
            <a:r>
              <a:rPr lang="de-DE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202344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B66F2F-11EC-F065-CE1E-4D1783147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Problem visualisieren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F179F5-0046-C3F0-395B-3E3290E28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 dem Fall muss der Rover um die Hügel herumfahren und auf dem Gesteinen stehen bleiben und den einsammeln.</a:t>
            </a:r>
          </a:p>
          <a:p>
            <a:r>
              <a:rPr lang="de-DE" dirty="0"/>
              <a:t>Gestein kann nur am Hügel vorhanden sein</a:t>
            </a:r>
          </a:p>
        </p:txBody>
      </p:sp>
    </p:spTree>
    <p:extLst>
      <p:ext uri="{BB962C8B-B14F-4D97-AF65-F5344CB8AC3E}">
        <p14:creationId xmlns:p14="http://schemas.microsoft.com/office/powerpoint/2010/main" val="2650776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99FEC4-48C8-EB1D-43C5-734AF43B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Teilprobleme identifizieren</a:t>
            </a:r>
          </a:p>
        </p:txBody>
      </p:sp>
      <p:sp>
        <p:nvSpPr>
          <p:cNvPr id="10" name="Rechteck: abgerundete Ecken 10">
            <a:extLst>
              <a:ext uri="{FF2B5EF4-FFF2-40B4-BE49-F238E27FC236}">
                <a16:creationId xmlns:a16="http://schemas.microsoft.com/office/drawing/2014/main" id="{9CFB32E6-AB44-4BF7-D104-1D79F818F2A4}"/>
              </a:ext>
            </a:extLst>
          </p:cNvPr>
          <p:cNvSpPr/>
          <p:nvPr/>
        </p:nvSpPr>
        <p:spPr>
          <a:xfrm>
            <a:off x="687681" y="5342112"/>
            <a:ext cx="2031530" cy="5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Fahre</a:t>
            </a:r>
            <a:endParaRPr lang="de-DE" dirty="0"/>
          </a:p>
        </p:txBody>
      </p:sp>
      <p:sp>
        <p:nvSpPr>
          <p:cNvPr id="12" name="Rechteck: abgerundete Ecken 10">
            <a:extLst>
              <a:ext uri="{FF2B5EF4-FFF2-40B4-BE49-F238E27FC236}">
                <a16:creationId xmlns:a16="http://schemas.microsoft.com/office/drawing/2014/main" id="{9CFB32E6-AB44-4BF7-D104-1D79F818F2A4}"/>
              </a:ext>
            </a:extLst>
          </p:cNvPr>
          <p:cNvSpPr/>
          <p:nvPr/>
        </p:nvSpPr>
        <p:spPr>
          <a:xfrm>
            <a:off x="4850621" y="5362134"/>
            <a:ext cx="2031530" cy="5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Drehe</a:t>
            </a:r>
          </a:p>
          <a:p>
            <a:pPr algn="ctr"/>
            <a:r>
              <a:rPr lang="de-DE" dirty="0" smtClean="0"/>
              <a:t>fahre</a:t>
            </a:r>
            <a:endParaRPr lang="de-DE" dirty="0" smtClean="0"/>
          </a:p>
        </p:txBody>
      </p:sp>
      <p:sp>
        <p:nvSpPr>
          <p:cNvPr id="15" name="Rechteck: abgerundete Ecken 10">
            <a:extLst>
              <a:ext uri="{FF2B5EF4-FFF2-40B4-BE49-F238E27FC236}">
                <a16:creationId xmlns:a16="http://schemas.microsoft.com/office/drawing/2014/main" id="{9CFB32E6-AB44-4BF7-D104-1D79F818F2A4}"/>
              </a:ext>
            </a:extLst>
          </p:cNvPr>
          <p:cNvSpPr/>
          <p:nvPr/>
        </p:nvSpPr>
        <p:spPr>
          <a:xfrm>
            <a:off x="9150350" y="4438023"/>
            <a:ext cx="2031530" cy="5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Gesteine aufsammeln</a:t>
            </a:r>
            <a:endParaRPr lang="de-DE" dirty="0"/>
          </a:p>
        </p:txBody>
      </p:sp>
      <p:sp>
        <p:nvSpPr>
          <p:cNvPr id="17" name="Pfeil nach oben 16"/>
          <p:cNvSpPr/>
          <p:nvPr/>
        </p:nvSpPr>
        <p:spPr>
          <a:xfrm rot="13663392">
            <a:off x="2974434" y="2701728"/>
            <a:ext cx="321199" cy="869404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Pfeil nach oben 19"/>
          <p:cNvSpPr/>
          <p:nvPr/>
        </p:nvSpPr>
        <p:spPr>
          <a:xfrm rot="13663392">
            <a:off x="1745578" y="4721701"/>
            <a:ext cx="321199" cy="869404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Pfeil nach oben 20"/>
          <p:cNvSpPr/>
          <p:nvPr/>
        </p:nvSpPr>
        <p:spPr>
          <a:xfrm rot="8137688">
            <a:off x="5008933" y="4721700"/>
            <a:ext cx="321199" cy="869404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83D14C3-059D-E2B6-3596-2F976D53BB2E}"/>
              </a:ext>
            </a:extLst>
          </p:cNvPr>
          <p:cNvSpPr/>
          <p:nvPr/>
        </p:nvSpPr>
        <p:spPr>
          <a:xfrm>
            <a:off x="1118574" y="4332585"/>
            <a:ext cx="2031530" cy="5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Hügel rechts/links</a:t>
            </a:r>
            <a:endParaRPr lang="de-DE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0783501C-A08B-5E40-A7E7-D599351EC679}"/>
              </a:ext>
            </a:extLst>
          </p:cNvPr>
          <p:cNvSpPr/>
          <p:nvPr/>
        </p:nvSpPr>
        <p:spPr>
          <a:xfrm>
            <a:off x="2719211" y="2354674"/>
            <a:ext cx="2031530" cy="5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Auf Hügel bleiben</a:t>
            </a:r>
            <a:endParaRPr lang="de-DE" dirty="0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9CFB32E6-AB44-4BF7-D104-1D79F818F2A4}"/>
              </a:ext>
            </a:extLst>
          </p:cNvPr>
          <p:cNvSpPr/>
          <p:nvPr/>
        </p:nvSpPr>
        <p:spPr>
          <a:xfrm>
            <a:off x="3612915" y="4385556"/>
            <a:ext cx="2031530" cy="5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Hügel vorne</a:t>
            </a:r>
            <a:endParaRPr lang="de-DE" dirty="0"/>
          </a:p>
        </p:txBody>
      </p:sp>
      <p:sp>
        <p:nvSpPr>
          <p:cNvPr id="18" name="Pfeil nach oben 17"/>
          <p:cNvSpPr/>
          <p:nvPr/>
        </p:nvSpPr>
        <p:spPr>
          <a:xfrm rot="13663392">
            <a:off x="2524097" y="3666770"/>
            <a:ext cx="321199" cy="925250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Pfeil nach oben 18"/>
          <p:cNvSpPr/>
          <p:nvPr/>
        </p:nvSpPr>
        <p:spPr>
          <a:xfrm rot="8314275">
            <a:off x="3813902" y="3699044"/>
            <a:ext cx="321199" cy="869404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8F4CDBBB-1CBC-B924-923E-4F2759FE55B0}"/>
              </a:ext>
            </a:extLst>
          </p:cNvPr>
          <p:cNvSpPr/>
          <p:nvPr/>
        </p:nvSpPr>
        <p:spPr>
          <a:xfrm>
            <a:off x="1906177" y="3311230"/>
            <a:ext cx="2031530" cy="5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Hügel erkennen</a:t>
            </a:r>
            <a:endParaRPr lang="de-DE" dirty="0"/>
          </a:p>
        </p:txBody>
      </p:sp>
      <p:sp>
        <p:nvSpPr>
          <p:cNvPr id="16" name="Pfeil nach oben 15"/>
          <p:cNvSpPr/>
          <p:nvPr/>
        </p:nvSpPr>
        <p:spPr>
          <a:xfrm rot="13663392">
            <a:off x="4780444" y="1780905"/>
            <a:ext cx="321199" cy="869404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Pfeil nach oben 23"/>
          <p:cNvSpPr/>
          <p:nvPr/>
        </p:nvSpPr>
        <p:spPr>
          <a:xfrm rot="8034389">
            <a:off x="9280582" y="3778666"/>
            <a:ext cx="321199" cy="869404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: abgerundete Ecken 10">
            <a:extLst>
              <a:ext uri="{FF2B5EF4-FFF2-40B4-BE49-F238E27FC236}">
                <a16:creationId xmlns:a16="http://schemas.microsoft.com/office/drawing/2014/main" id="{9CFB32E6-AB44-4BF7-D104-1D79F818F2A4}"/>
              </a:ext>
            </a:extLst>
          </p:cNvPr>
          <p:cNvSpPr/>
          <p:nvPr/>
        </p:nvSpPr>
        <p:spPr>
          <a:xfrm>
            <a:off x="8360237" y="3390151"/>
            <a:ext cx="2031530" cy="5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Gestein erkennen</a:t>
            </a:r>
            <a:endParaRPr lang="de-DE" dirty="0"/>
          </a:p>
        </p:txBody>
      </p:sp>
      <p:sp>
        <p:nvSpPr>
          <p:cNvPr id="23" name="Pfeil nach oben 22"/>
          <p:cNvSpPr/>
          <p:nvPr/>
        </p:nvSpPr>
        <p:spPr>
          <a:xfrm rot="8321538">
            <a:off x="8443538" y="2769606"/>
            <a:ext cx="321199" cy="869404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8FD3F92-EC2C-0805-31CC-ED7DED4E93B3}"/>
              </a:ext>
            </a:extLst>
          </p:cNvPr>
          <p:cNvSpPr/>
          <p:nvPr/>
        </p:nvSpPr>
        <p:spPr>
          <a:xfrm>
            <a:off x="7220185" y="2433323"/>
            <a:ext cx="2031530" cy="5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Gesteine sammeln</a:t>
            </a:r>
            <a:endParaRPr lang="de-DE" dirty="0"/>
          </a:p>
        </p:txBody>
      </p:sp>
      <p:sp>
        <p:nvSpPr>
          <p:cNvPr id="22" name="Pfeil nach oben 21"/>
          <p:cNvSpPr/>
          <p:nvPr/>
        </p:nvSpPr>
        <p:spPr>
          <a:xfrm rot="8248130">
            <a:off x="7059586" y="1763263"/>
            <a:ext cx="321199" cy="869404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9C6BCEE-ABD6-0D67-B0F3-37C37866941F}"/>
              </a:ext>
            </a:extLst>
          </p:cNvPr>
          <p:cNvSpPr/>
          <p:nvPr/>
        </p:nvSpPr>
        <p:spPr>
          <a:xfrm>
            <a:off x="5024609" y="1476495"/>
            <a:ext cx="2129484" cy="585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Gesamtproblem</a:t>
            </a:r>
          </a:p>
        </p:txBody>
      </p:sp>
    </p:spTree>
    <p:extLst>
      <p:ext uri="{BB962C8B-B14F-4D97-AF65-F5344CB8AC3E}">
        <p14:creationId xmlns:p14="http://schemas.microsoft.com/office/powerpoint/2010/main" val="414769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05A511-C9A3-DEB4-DEDA-5576F3CEB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Unser </a:t>
            </a:r>
            <a:r>
              <a:rPr lang="de-DE" dirty="0" err="1"/>
              <a:t>Struktogram</a:t>
            </a:r>
            <a:endParaRPr lang="de-DE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61FFFC0B-E075-8137-0773-8181D339B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197" y="1825625"/>
            <a:ext cx="101456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81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Breitbild</PresentationFormat>
  <Paragraphs>24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Problem 1</vt:lpstr>
      <vt:lpstr>Inhaltsverzeichnis</vt:lpstr>
      <vt:lpstr>Das Problem visualisieren</vt:lpstr>
      <vt:lpstr>Teilprobleme identifizieren</vt:lpstr>
      <vt:lpstr>Unser Struktogram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1</dc:title>
  <dc:creator>Jonathan Demir</dc:creator>
  <cp:lastModifiedBy>Dimitar Uzhevski</cp:lastModifiedBy>
  <cp:revision>2</cp:revision>
  <dcterms:created xsi:type="dcterms:W3CDTF">2025-11-24T13:25:16Z</dcterms:created>
  <dcterms:modified xsi:type="dcterms:W3CDTF">2025-11-24T13:55:21Z</dcterms:modified>
</cp:coreProperties>
</file>